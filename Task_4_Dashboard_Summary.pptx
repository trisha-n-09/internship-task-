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Superstore Business Dashboard</a:t>
            </a:r>
          </a:p>
          <a:p>
            <a:pPr>
              <a:defRPr sz="2400"/>
            </a:pPr>
            <a:r>
              <a:t>Data Analyst Internship — Task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Interactive dashboard + business insights using the provided Sample - Superstore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Objective: design an interactive dashboard for business stakeholders.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568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Dataset: Sample - Superstore.csv with 9,994 records and 21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2549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Tools: interactive HTML dashboard and presentation summary.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Dashboard includes KPI cards, slicers/filters, time-series analysis and category/region 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Total Sales: $2,297,200.86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568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Total Profit: $286,397.02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2549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Total Orders: 5,009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Overall Profit Margin: 12.5%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Time-Series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Sales increased from 2014 to 2017, with 2017 as the highest-sales year.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568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2014 Sales: $484,247.50; 2017 Sales: $733,215.26.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2549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Profit also increased overall, reaching $93,439.27 in 2017.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The monthly trend view helps stakeholders identify growth patterns and periods of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Category &amp; Region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Technology generated the highest category sales at about $836,154.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568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Technology also generated the highest category profit at about $145,455.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2549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West was the highest-sales region at about $725,458.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Central had lower profit than West and East, indicating an opportunity for closer performance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Profitability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Tables recorded a negative profit of about $17,725 despite substantial sales.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568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Bookcases and Supplies also showed negative profit.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2549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Copiers, Phones, Accessories and Paper were among the stronger profit contributors.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Stakeholders should review discounting, pricing and costs for loss-making sub-categories.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Interactivity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Year filter supports time-focused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568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Category, Region and Segment selectors allow stakeholder-focused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2549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KPI cards provide quick summary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Charts support trend, category, regional and sub-category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Investigate loss-making sub-categories, especially Tables, to improve margins.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568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Study the practices behind strong Technology and West-region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2549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Monitor sales and profit trends regularly to detect changes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Use discounts carefully where they reduce profitability without creating enough sales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The dashboard converts the Superstore dataset into a clear business decision-support 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568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It highlights sales, profit, growth trends and profitability differences.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2549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Interactive filters make the analysis easier for different stakeholder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The dashboard and PPT together satisfy the Task 4 submission deliverables.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